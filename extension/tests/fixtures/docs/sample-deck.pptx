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1"/>
    <p:sldId id="258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12" name="Shape"/>
          <p:cNvSpPr/>
          <p:nvPr>
            <p:ph type="body" idx="1"/>
          </p:nvPr>
        </p:nvSpPr>
        <p:spPr/>
        <p:txBody>
          <a:bodyPr/>
          <a:p>
            <a:r>
              <a:t>Mention the 2023 survey results.</a:t>
            </a:r>
          </a:p>
        </p:txBody>
      </p:sp>
      <p:sp>
        <p:nvSpPr>
          <p:cNvPr id="13" name="Shape"/>
          <p:cNvSpPr/>
          <p:nvPr>
            <p:ph type="sldNum" idx="5"/>
          </p:nvPr>
        </p:nvSpPr>
        <p:spPr/>
        <p:txBody>
          <a:bodyPr/>
          <a:p>
            <a:r>
              <a:t>1</a:t>
            </a:r>
          </a:p>
        </p:txBody>
      </p:sp>
    </p:spTree>
  </p:cSld>
</p:note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hape"/>
          <p:cNvSpPr/>
          <p:nvPr>
            <p:ph type="title"/>
          </p:nvPr>
        </p:nvSpPr>
        <p:spPr/>
        <p:txBody>
          <a:bodyPr/>
          <a:p>
            <a:r>
              <a:t>Survey results</a:t>
            </a:r>
          </a:p>
        </p:txBody>
      </p:sp>
      <p:graphicFrame>
        <p:nvGraphicFramePr>
          <p:cNvPr id="5" name="Table"/>
          <p:cNvGraphicFramePr/>
          <p:nvPr/>
        </p:nvGraphicFramePr>
        <p:xfrm/>
        <a:graphic>
          <a:graphicData uri="http://schemas.openxmlformats.org/drawingml/2006/table">
            <a:tbl>
              <a:tr h="370840">
                <a:tc>
                  <a:txBody>
                    <a:bodyPr/>
                    <a:p>
                      <a:r>
                        <a:t>Group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Preferred plain text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Adults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72%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Teens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81%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Shape"/>
          <p:cNvSpPr/>
          <p:nvPr/>
        </p:nvSpPr>
        <p:spPr/>
        <p:txBody>
          <a:bodyPr/>
          <a:p>
            <a:r>
              <a:t>Source: Readwell reader survey, 2023.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"/>
          <p:cNvSpPr/>
          <p:nvPr>
            <p:ph type="title"/>
          </p:nvPr>
        </p:nvSpPr>
        <p:spPr/>
        <p:txBody>
          <a:bodyPr/>
          <a:p>
            <a:r>
              <a:t>Why plain language matters</a:t>
            </a:r>
          </a:p>
        </p:txBody>
      </p:sp>
      <p:sp>
        <p:nvSpPr>
          <p:cNvPr id="3" name="Shape"/>
          <p:cNvSpPr/>
          <p:nvPr>
            <p:ph idx="1"/>
          </p:nvPr>
        </p:nvSpPr>
        <p:spPr/>
        <p:txBody>
          <a:bodyPr/>
          <a:p>
            <a:r>
              <a:t>Long sentences are </a:t>
            </a:r>
            <a:r>
              <a:t>hard to follow</a:t>
            </a:r>
          </a:p>
          <a:p>
            <a:pPr lvl="1"/>
            <a:r>
              <a:t>Especially for readers with ADHD</a:t>
            </a:r>
          </a:p>
          <a:p>
            <a:r>
              <a:t/>
            </a:r>
          </a:p>
          <a:p>
            <a:r>
              <a:t>Short sentences help everyone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Group"/>
          <p:cNvGrpSpPr/>
          <p:nvPr/>
        </p:nvGrpSpPr>
        <p:grpSpPr/>
        <p:sp>
          <p:nvSpPr>
            <p:cNvPr id="7" name="Shape"/>
            <p:cNvSpPr/>
            <p:nvPr/>
          </p:nvSpPr>
          <p:spPr/>
          <p:txBody>
            <a:bodyPr/>
            <a:p>
              <a:r>
                <a:t>Next steps</a:t>
              </a:r>
            </a:p>
          </p:txBody>
        </p:sp>
        <p:sp>
          <p:nvSpPr>
            <p:cNvPr id="8" name="Shape"/>
            <p:cNvSpPr/>
            <p:nvPr/>
          </p:nvSpPr>
          <p:spPr/>
          <p:txBody>
            <a:bodyPr/>
            <a:p>
              <a:r>
                <a:t>Try the reader</a:t>
              </a:r>
              <a:br/>
              <a:r>
                <a:t>on your own slides.</a:t>
              </a:r>
            </a:p>
          </p:txBody>
        </p:sp>
      </p:grpSp>
      <p:sp>
        <p:nvSpPr>
          <p:cNvPr id="10" name="Picture frame"/>
          <p:cNvSpPr/>
          <p:nvPr/>
        </p:nvSpPr>
        <p:spPr/>
      </p:sp>
      <p:sp>
        <p:nvSpPr>
          <p:cNvPr id="11" name="Shape"/>
          <p:cNvSpPr/>
          <p:nvPr/>
        </p:nvSpPr>
        <p:spPr/>
        <p:txBody>
          <a:bodyPr/>
          <a:p>
            <a:pPr>
              <a:buChar char="•"/>
            </a:pPr>
            <a:r>
              <a:t>Open a .pptx file</a:t>
            </a:r>
          </a:p>
          <a:p>
            <a:pPr>
              <a:buChar char="•"/>
            </a:pPr>
            <a:r>
              <a:t>Turn on Bold-prefix</a:t>
            </a:r>
          </a:p>
        </p:txBody>
      </p:sp>
    </p:spTree>
  </p:cSld>
</p:sld>
</file>